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introduction and confidence. Mention domain and project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churn is critical in telecom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business goal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describe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preprocessing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patterns discovered.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you chose logistic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strong results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real-world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actionable suggestions.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advanced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FFC8"/>
                </a:solidFill>
              </a:rPr>
              <a:t>Customer 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Telecom Industry Project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ML + Data Analytics Approach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Presented by Avinash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4572000"/>
            <a:ext cx="274320" cy="9144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4114800"/>
            <a:ext cx="274320" cy="13716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3657600"/>
            <a:ext cx="274320" cy="18288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FFC8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Customer churn leads to revenue loss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Hard to identify risky customers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Reactive decisions instead of proactive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4572000"/>
            <a:ext cx="274320" cy="9144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4114800"/>
            <a:ext cx="274320" cy="13716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3657600"/>
            <a:ext cx="274320" cy="18288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FFC8"/>
                </a:solidFill>
              </a:rP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Predict churn before it happens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Improve retention strategies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Increase profitability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4572000"/>
            <a:ext cx="274320" cy="9144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4114800"/>
            <a:ext cx="274320" cy="13716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3657600"/>
            <a:ext cx="274320" cy="18288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FFC8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7043 customers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Features: tenure, charges, services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Target: Churn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4572000"/>
            <a:ext cx="274320" cy="9144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4114800"/>
            <a:ext cx="274320" cy="13716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3657600"/>
            <a:ext cx="274320" cy="18288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FFC8"/>
                </a:solidFill>
              </a:rP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Handled missing values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Removed irrelevant features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Encoding +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4572000"/>
            <a:ext cx="274320" cy="9144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4114800"/>
            <a:ext cx="274320" cy="13716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3657600"/>
            <a:ext cx="274320" cy="18288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FFC8"/>
                </a:solidFill>
              </a:rPr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High charges → higher churn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Low tenure → higher churn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Contract type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4572000"/>
            <a:ext cx="274320" cy="9144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4114800"/>
            <a:ext cx="274320" cy="13716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3657600"/>
            <a:ext cx="274320" cy="18288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FFC8"/>
                </a:solidFill>
              </a:rP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Logistic Regression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Train-test split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Model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4572000"/>
            <a:ext cx="274320" cy="9144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4114800"/>
            <a:ext cx="274320" cy="13716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3657600"/>
            <a:ext cx="274320" cy="18288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FFC8"/>
                </a:solidFill>
              </a:rP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Accuracy: ~97%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Strong predictions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Confusion matrix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4572000"/>
            <a:ext cx="274320" cy="9144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4114800"/>
            <a:ext cx="274320" cy="13716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3657600"/>
            <a:ext cx="274320" cy="18288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FFC8"/>
                </a:solidFill>
              </a:rP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Reduce churn rate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Improve revenue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Better customer satisfaction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4572000"/>
            <a:ext cx="274320" cy="9144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4114800"/>
            <a:ext cx="274320" cy="13716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3657600"/>
            <a:ext cx="274320" cy="18288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FFC8"/>
                </a:solidFill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Offer long-term plans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Improve support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Target high-risk customers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4572000"/>
            <a:ext cx="274320" cy="9144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4114800"/>
            <a:ext cx="274320" cy="13716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3657600"/>
            <a:ext cx="274320" cy="18288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FFC8"/>
                </a:solidFill>
              </a:rP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Use Random Forest/XGBoost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Hyperparameter tuning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Deploy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4572000"/>
            <a:ext cx="274320" cy="9144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4114800"/>
            <a:ext cx="274320" cy="13716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3657600"/>
            <a:ext cx="274320" cy="18288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00FFC8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Successfully built churn model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Actionable insights generated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4572000"/>
            <a:ext cx="274320" cy="9144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4114800"/>
            <a:ext cx="274320" cy="13716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3657600"/>
            <a:ext cx="274320" cy="18288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